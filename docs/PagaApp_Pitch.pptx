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1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74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1338560" y="5120640"/>
            <a:ext cx="2377440" cy="2377440"/>
          </a:xfrm>
          <a:prstGeom prst="ellipse">
            <a:avLst/>
          </a:prstGeom>
          <a:solidFill>
            <a:srgbClr val="1233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22960" y="960120"/>
            <a:ext cx="914400" cy="914400"/>
          </a:xfrm>
          <a:prstGeom prst="ellipse">
            <a:avLst/>
          </a:prstGeom>
          <a:solidFill>
            <a:srgbClr val="16A34A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1612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PagaApp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841248" y="3429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gastos. Recibe efectivo. Sin filas, sin cajeros.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" y="41605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que une la gestión de gastos compartidos con la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efectivo a domicilio en tiempo real.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Computación Móvil · ICM-3448 · Pontificia Universidad Javeriana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fricciones del día a día que nadie ha resuelto bien en una sola app.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18872" cy="32918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051560" y="2560320"/>
            <a:ext cx="868680" cy="86868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77977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611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Dividir cuentas es un dolor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41148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quién debe qué tras una cena o un viaje termina en hojas de cálculo, capturas de pantalla y deudas que nunca se saldan.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55080" y="214884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6355080" y="2148840"/>
            <a:ext cx="118872" cy="32918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6766560" y="2560320"/>
            <a:ext cx="868680" cy="86868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2779776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3611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Conseguir efectivo cuesta tiempo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766560" y="41148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Cajeros sin plata, filas, comisiones y desplazarse de noche por dinero en efectivo. El acceso al cash sigue siendo lento e inseguro.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71500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0C21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914400" y="57150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Cash-first.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efectivo sigue siendo uno de los medios de pago más usados en Colombia. La necesidad de cash no desaparece — solo necesita ser más cómoda y segura.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PagaApp </a:t>
            </a:r>
            <a:r>
              <a:rPr lang="en-US" sz="2000" dirty="0">
                <a:solidFill>
                  <a:srgbClr val="13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tu cartera social: divide gastos con amigos y, cuando necesitas efectivo, te lo llevan a donde estés.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005840" y="2880360"/>
            <a:ext cx="914400" cy="914400"/>
          </a:xfrm>
          <a:prstGeom prst="ellipse">
            <a:avLst/>
          </a:prstGeom>
          <a:solidFill>
            <a:srgbClr val="16A34A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108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Gastos compartidos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4526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Registra, divide y salda deudas con comprobante. Todos en la misma página, sin discusiones.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70832" y="246888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736592" y="2880360"/>
            <a:ext cx="914400" cy="914400"/>
          </a:xfrm>
          <a:prstGeom prst="ellipse">
            <a:avLst/>
          </a:prstGeom>
          <a:solidFill>
            <a:srgbClr val="16A34A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08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Efectivo a domicilio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36592" y="4526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 monto y un repartidor cercano te lo lleva. Lo sigues en el mapa de principio a fin.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1584" y="246888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8467344" y="2880360"/>
            <a:ext cx="914400" cy="914400"/>
          </a:xfrm>
          <a:prstGeom prst="ellipse">
            <a:avLst/>
          </a:prstGeom>
          <a:solidFill>
            <a:srgbClr val="16A34A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31089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Puntos cercanos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67344" y="4526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¿Prefieres ir tú? Encuentra cajeros, corresponsales y aliados cerca de ti con un toque.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app reemplaza la calculadora de grupo, el viaje al cajero y la app de envíos.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 la entrega de efectivo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en tiempo real entre cliente y repartidor mediante Firebase.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0120" y="260604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69748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Solicita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ingresa el monto. La app captura su ubicación con GPS de alta precisión.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3657600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0712" y="22860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730752" y="260604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3730752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697480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0752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Acepta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3730752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repartidor cercano ve la solicitud y la toma. El estado cambia al instante.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657600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81344" y="22860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6501384" y="260604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4"/>
          <p:cNvSpPr/>
          <p:nvPr/>
        </p:nvSpPr>
        <p:spPr>
          <a:xfrm>
            <a:off x="6501384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4" y="2697480"/>
            <a:ext cx="566928" cy="5669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01384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camino</a:t>
            </a:r>
            <a:endParaRPr lang="en-US" sz="2100" dirty="0"/>
          </a:p>
        </p:txBody>
      </p:sp>
      <p:sp>
        <p:nvSpPr>
          <p:cNvPr id="23" name="Text 16"/>
          <p:cNvSpPr/>
          <p:nvPr/>
        </p:nvSpPr>
        <p:spPr>
          <a:xfrm>
            <a:off x="6501384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ubicación se comparte en vivo. El cliente lo ve acercarse en el mapa.</a:t>
            </a:r>
            <a:endParaRPr lang="en-US" sz="13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365760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951976" y="22860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18"/>
          <p:cNvSpPr/>
          <p:nvPr/>
        </p:nvSpPr>
        <p:spPr>
          <a:xfrm>
            <a:off x="9272016" y="260604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19"/>
          <p:cNvSpPr/>
          <p:nvPr/>
        </p:nvSpPr>
        <p:spPr>
          <a:xfrm>
            <a:off x="9272016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7896" y="2697480"/>
            <a:ext cx="566928" cy="5669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72016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Entregado</a:t>
            </a:r>
            <a:endParaRPr lang="en-US" sz="2100" dirty="0"/>
          </a:p>
        </p:txBody>
      </p:sp>
      <p:sp>
        <p:nvSpPr>
          <p:cNvPr id="30" name="Text 21"/>
          <p:cNvSpPr/>
          <p:nvPr/>
        </p:nvSpPr>
        <p:spPr>
          <a:xfrm>
            <a:off x="9272016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evidencia subida a la nube y notificación de cierre para ambos.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A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Estados: pendiente → aceptado → en_camino → entregado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clave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32688" y="1728216"/>
            <a:ext cx="749808" cy="7498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5877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Mapas en vivo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688" y="30083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Compose para puntos cercanos y seguimiento del repartidor.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16552" y="1417320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4709160" y="1728216"/>
            <a:ext cx="749808" cy="7498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5877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Modo nocturno por sensor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09160" y="30083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sensor de luz oscurece el mapa y alerta al conducir con poca luz.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3024" y="1417320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8485632" y="1728216"/>
            <a:ext cx="749808" cy="7498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85632" y="25877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Evidencia con cámara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85632" y="30083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entrega subida a Firebase Storage como prueba verificable.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3950208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932688" y="4261104"/>
            <a:ext cx="749808" cy="7498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45312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2688" y="5120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Notificaciones</a:t>
            </a:r>
            <a:r>
              <a:rPr lang="en-US" sz="17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locales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932688" y="55412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 err="1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locales </a:t>
            </a:r>
            <a:r>
              <a:rPr lang="en-US" sz="1250" dirty="0" err="1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app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416552" y="3950208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4709160" y="4261104"/>
            <a:ext cx="749808" cy="7498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445312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09160" y="5120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Multiusuario cliente-repartidor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709160" y="55412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roles, dos experiencias, sincronizados al segundo con Firestore.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193024" y="3950208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2"/>
          <p:cNvSpPr/>
          <p:nvPr/>
        </p:nvSpPr>
        <p:spPr>
          <a:xfrm>
            <a:off x="8485632" y="4261104"/>
            <a:ext cx="749808" cy="7498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7656" y="4453128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85632" y="5120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Gastos y pagos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485632" y="55412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cuentas, gestiona deudas y registra pagos con comprobante.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Construida sobre tecnología sólida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MVVM en Jetpack Compose con un backend serverless de Firebase.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97480" y="17830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· Material 3 · Navigation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BBF7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27889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· StateFlow · Coroutines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BBF7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Dispositivo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37947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(Fused) · SensorManager · Cámara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48006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Firestore · Storage · FCM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1691640"/>
            <a:ext cx="4526280" cy="4069080"/>
          </a:xfrm>
          <a:prstGeom prst="roundRect">
            <a:avLst>
              <a:gd name="adj" fmla="val 2247"/>
            </a:avLst>
          </a:prstGeom>
          <a:solidFill>
            <a:srgbClr val="0C21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6092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60920" y="2468880"/>
            <a:ext cx="1014984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360920" y="2468880"/>
            <a:ext cx="1014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40496" y="2468880"/>
            <a:ext cx="1961388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540496" y="2468880"/>
            <a:ext cx="1961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60920" y="3035808"/>
            <a:ext cx="1435608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360920" y="3035808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61120" y="3035808"/>
            <a:ext cx="1751076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961120" y="3035808"/>
            <a:ext cx="17510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60920" y="3602736"/>
            <a:ext cx="1961388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360920" y="3602736"/>
            <a:ext cx="1961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60920" y="4169664"/>
            <a:ext cx="2066544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360920" y="4169664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60920" y="4736592"/>
            <a:ext cx="1961388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7360920" y="4736592"/>
            <a:ext cx="1961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Messaging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486900" y="4736592"/>
            <a:ext cx="1540764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9486900" y="4736592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360920" y="5303520"/>
            <a:ext cx="804672" cy="502920"/>
          </a:xfrm>
          <a:prstGeom prst="roundRect">
            <a:avLst>
              <a:gd name="adj" fmla="val 49091"/>
            </a:avLst>
          </a:prstGeom>
          <a:solidFill>
            <a:srgbClr val="12332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360920" y="5303520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con addSnapshotListener — sin servidor propio que mantener.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PagaApp gana?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1051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2377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2-en-1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60120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+ efectivo en una app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70832" y="155448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81051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377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 real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690872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vivo del repartidor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101584" y="155448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81051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94192" y="2377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prueba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8421624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fotográfica de entrega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069080"/>
            <a:ext cx="10927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1"/>
          <p:cNvSpPr/>
          <p:nvPr/>
        </p:nvSpPr>
        <p:spPr>
          <a:xfrm>
            <a:off x="91440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Nuestro diferenciador</a:t>
            </a:r>
            <a:endParaRPr lang="en-US" sz="18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8231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709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de gastos no mueven dinero físico; las de envíos no entienden las deudas de grupo. PagaApp hace ambas.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23951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5166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 sensores y GPS del teléfono para una experiencia confiable, sin hardware extra.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9671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98448" y="5623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serverless: escala sin operar servidores y con costos bajos para un producto estudiantil.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Hacia dónde vamos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3383280"/>
            <a:ext cx="10332720" cy="0"/>
          </a:xfrm>
          <a:prstGeom prst="line">
            <a:avLst/>
          </a:prstGeom>
          <a:noFill/>
          <a:ln w="381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892808" y="3218688"/>
            <a:ext cx="329184" cy="32918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43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5840" y="39136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funcional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434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rol, mapas, sensores, evidencia y notificaciones.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44568" y="32186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79476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7490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57600" y="39136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 integrado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4434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pago in-app y calificación del repartidor.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96328" y="32186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465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09360" y="39136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 inteligente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4434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por cercanía y ETA estimado en el mapa.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48088" y="32186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0982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78240" y="37490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961120" y="39136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de aliados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0" y="4434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y corresponsales como puntos de recarga de efectivo.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equipo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de Ingeniería de Sistemas — Pontificia Universidad Javeriana.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271016" y="2596896"/>
            <a:ext cx="1664208" cy="16642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assets/sara_s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651760"/>
            <a:ext cx="1554480" cy="15544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0" y="22860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059936" y="2596896"/>
            <a:ext cx="1664208" cy="16642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assets/thompson_s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651760"/>
            <a:ext cx="1554480" cy="155448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79476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46520" y="22860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6848856" y="2596896"/>
            <a:ext cx="1664208" cy="16642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assets/yo_s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2651760"/>
            <a:ext cx="1554480" cy="155448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Samuel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58368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235440" y="22860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F6FEF9"/>
          </a:solidFill>
          <a:ln w="12700">
            <a:solidFill>
              <a:srgbClr val="BBF7D0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9637776" y="2596896"/>
            <a:ext cx="1664208" cy="16642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assets/zaza_s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2651760"/>
            <a:ext cx="1554480" cy="1554480"/>
          </a:xfrm>
          <a:prstGeom prst="ellipse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3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Zaza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37260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Desarrollador/a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PagaApp — proyecto del curso Introducción a la Computación Móvil (ICM-3448).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881360" y="-914400"/>
            <a:ext cx="2560320" cy="2560320"/>
          </a:xfrm>
          <a:prstGeom prst="ellipse">
            <a:avLst/>
          </a:prstGeom>
          <a:solidFill>
            <a:srgbClr val="1233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349240" y="1325880"/>
            <a:ext cx="1463040" cy="1463040"/>
          </a:xfrm>
          <a:prstGeom prst="ellipse">
            <a:avLst/>
          </a:prstGeom>
          <a:solidFill>
            <a:srgbClr val="16A34A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6916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dinero, en movimiento.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PagaApp — divide gastos y recibe efectivo donde estés.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0749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github.com/PUJ-ICM-3448/PagaApp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728</Words>
  <Application>Microsoft Office PowerPoint</Application>
  <PresentationFormat>Panorámica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PagaApp - Pitch</dc:title>
  <dc:subject>PptxGenJS Presentation</dc:subject>
  <dc:creator>Equipo PagaApp</dc:creator>
  <cp:lastModifiedBy>Thomas Lopez Rojas</cp:lastModifiedBy>
  <cp:revision>3</cp:revision>
  <dcterms:created xsi:type="dcterms:W3CDTF">2026-06-02T11:51:10Z</dcterms:created>
  <dcterms:modified xsi:type="dcterms:W3CDTF">2026-06-02T19:33:35Z</dcterms:modified>
</cp:coreProperties>
</file>